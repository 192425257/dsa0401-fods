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EF876C1-AB4A-7F74-1913-770D52A167E0}">
          <p14:sldIdLst>
            <p14:sldId id="256"/>
            <p14:sldId id="257"/>
            <p14:sldId id="258"/>
          </p14:sldIdLst>
        </p14:section>
        <p14:section name="Summarization" id="{D0A23A68-FF8D-1915-07E7-96CBD40D4DFD}">
          <p14:sldIdLst>
            <p14:sldId id="259"/>
            <p14:sldId id="260"/>
            <p14:sldId id="261"/>
          </p14:sldIdLst>
        </p14:section>
        <p14:section name="Distribution" id="{C6AA7415-3137-D068-6F1C-0AA6E659EFBE}">
          <p14:sldIdLst>
            <p14:sldId id="262"/>
            <p14:sldId id="263"/>
            <p14:sldId id="264"/>
          </p14:sldIdLst>
        </p14:section>
        <p14:section name="Practice" id="{F36C7B84-4879-4465-2C14-E690312846D6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61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10312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566160"/>
            <a:ext cx="103601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57607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1827075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Data Summarization and Distribution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321424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DSA0401-Fundamentals of Data Science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23267-C336-0989-F883-79FE0D159144}"/>
              </a:ext>
            </a:extLst>
          </p:cNvPr>
          <p:cNvSpPr txBox="1"/>
          <p:nvPr/>
        </p:nvSpPr>
        <p:spPr>
          <a:xfrm>
            <a:off x="9083616" y="5029200"/>
            <a:ext cx="4088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Presented By</a:t>
            </a:r>
          </a:p>
          <a:p>
            <a:r>
              <a:rPr lang="en-US" dirty="0" err="1"/>
              <a:t>M.Maruthi</a:t>
            </a:r>
            <a:r>
              <a:rPr lang="en-US" dirty="0"/>
              <a:t>(192425257)</a:t>
            </a:r>
          </a:p>
          <a:p>
            <a:r>
              <a:rPr lang="en-US" dirty="0"/>
              <a:t>Shaik Azeem(192472307)</a:t>
            </a:r>
          </a:p>
          <a:p>
            <a:r>
              <a:rPr lang="en-US" dirty="0" err="1"/>
              <a:t>G.Rohit</a:t>
            </a:r>
            <a:r>
              <a:rPr lang="en-US" dirty="0"/>
              <a:t> Venkat(192472107)</a:t>
            </a:r>
            <a:endParaRPr lang="en-IN" dirty="0"/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9CF239FB-F8FA-F359-E6F5-E6D88C6263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06" y="289654"/>
            <a:ext cx="1103582" cy="1342897"/>
          </a:xfrm>
          <a:prstGeom prst="rect">
            <a:avLst/>
          </a:prstGeom>
        </p:spPr>
      </p:pic>
      <p:pic>
        <p:nvPicPr>
          <p:cNvPr id="12" name="object 5">
            <a:extLst>
              <a:ext uri="{FF2B5EF4-FFF2-40B4-BE49-F238E27FC236}">
                <a16:creationId xmlns:a16="http://schemas.microsoft.com/office/drawing/2014/main" id="{CD64C46A-0DBA-8D6B-67D3-A675B2A6B62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930" y="269989"/>
            <a:ext cx="1520062" cy="13428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F88582-39DE-1917-601B-D2B00F2F73D3}"/>
              </a:ext>
            </a:extLst>
          </p:cNvPr>
          <p:cNvSpPr txBox="1"/>
          <p:nvPr/>
        </p:nvSpPr>
        <p:spPr>
          <a:xfrm>
            <a:off x="1495688" y="5093572"/>
            <a:ext cx="391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Guided By:</a:t>
            </a:r>
          </a:p>
          <a:p>
            <a:r>
              <a:rPr lang="en-US" dirty="0" err="1"/>
              <a:t>Dr.P,Umarani</a:t>
            </a:r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Data science means learning useful things from data.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Real data is very big, so we cannot read every number.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Summarization shortens data into a few key numbers.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Distribution shows how the values are spread out.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Understand what data summarization is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Learn mean, median and mode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Learn how the spread of data is measured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Understand what a distribution is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See where these ideas are used in real life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Data Summarization?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Turning many numbers into a few simple ones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Example: marks of 100 students become one average mark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It saves time and makes data easy to understand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It helps us compare groups quickly</a:t>
            </a:r>
            <a:endParaRPr lang="en-US" sz="2400" dirty="0"/>
          </a:p>
        </p:txBody>
      </p:sp>
      <p:pic>
        <p:nvPicPr>
          <p:cNvPr id="4" name="Illustration" descr="img/a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Finding the Centre of Data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Mean: add all values and divide by how many there are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Median: the middle value after sorting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Mode: the value that appears most often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Each one tells us what is typical</a:t>
            </a:r>
            <a:endParaRPr lang="en-US" sz="2400" dirty="0"/>
          </a:p>
        </p:txBody>
      </p:sp>
      <p:pic>
        <p:nvPicPr>
          <p:cNvPr id="4" name="Illustration" descr="img/b_cen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Spread: How Different Are the Values?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Range: biggest value minus smallest value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Variance: how far values are from the mean, on average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Standard deviation: the most common way to show spread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Small spread means values are close together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Large spread means values are far apart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a Distribution?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It shows how often each value appears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usually draw it as a histogram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Tall bars mean many values there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Short bars mean few values there</a:t>
            </a:r>
            <a:endParaRPr lang="en-US" sz="2400" dirty="0"/>
          </a:p>
        </p:txBody>
      </p:sp>
      <p:pic>
        <p:nvPicPr>
          <p:cNvPr id="4" name="Illustration" descr="img/c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Types of Distribution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Normal: most values are in the middle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Skewed: a long tail on one side, like income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Uniform: all values are equally common</a:t>
            </a:r>
            <a:endParaRPr lang="en-US" sz="24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For skewed data, the median is a safer centre than the mean</a:t>
            </a:r>
            <a:endParaRPr lang="en-US" sz="2400" dirty="0"/>
          </a:p>
        </p:txBody>
      </p:sp>
      <p:pic>
        <p:nvPicPr>
          <p:cNvPr id="4" name="Illustration" descr="img/d_sha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Showing a Summary with Tables and Charts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Summary table: smallest, largest, mean and median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Histogram: shows the shape of the distribution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Box plot: shows median and spread in one picture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Bar chart: compares different groups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Good charts make data easy for everyone to read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Architecture: Data to Summary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Data moves from left to right until it becomes a report.</a:t>
            </a:r>
            <a:endParaRPr lang="en-US" sz="2400" dirty="0"/>
          </a:p>
        </p:txBody>
      </p:sp>
      <p:pic>
        <p:nvPicPr>
          <p:cNvPr id="4" name="System architecture diagram" descr="img/e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286000"/>
            <a:ext cx="111556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Applications in Real Life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Summaries and distributions help many fields.</a:t>
            </a:r>
            <a:endParaRPr lang="en-US" sz="2400" dirty="0"/>
          </a:p>
        </p:txBody>
      </p:sp>
      <p:pic>
        <p:nvPicPr>
          <p:cNvPr id="4" name="Applications grid" descr="img/f_ap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011680"/>
            <a:ext cx="11155680" cy="43909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Summarization turns big data into a few key numbers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Mean, median and mode show the centre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Range and standard deviation show the spread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Distribution shows the shape of the data</a:t>
            </a:r>
            <a:endParaRPr lang="en-US" sz="2400" dirty="0"/>
          </a:p>
          <a:p>
            <a:pPr marL="342900" indent="-342900" algn="l">
              <a:spcAft>
                <a:spcPts val="2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Thank you! Any questions?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4A2DC-08A7-4B6C-DE23-9F99B7B0E99F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2391817" y="1930592"/>
            <a:ext cx="7408365" cy="1373325"/>
          </a:xfrm>
        </p:spPr>
        <p:txBody>
          <a:bodyPr/>
          <a:lstStyle/>
          <a:p>
            <a:pPr algn="ctr"/>
            <a:r>
              <a:rPr lang="en-US" sz="12000" dirty="0"/>
              <a:t>THANK YOU</a:t>
            </a:r>
            <a:endParaRPr lang="en-IN" sz="12000" dirty="0"/>
          </a:p>
        </p:txBody>
      </p:sp>
    </p:spTree>
    <p:extLst>
      <p:ext uri="{BB962C8B-B14F-4D97-AF65-F5344CB8AC3E}">
        <p14:creationId xmlns:p14="http://schemas.microsoft.com/office/powerpoint/2010/main" val="1387717611"/>
      </p:ext>
    </p:extLst>
  </p:cSld>
  <p:clrMapOvr>
    <a:masterClrMapping/>
  </p:clrMapOvr>
</p:sld>
</file>

<file path=ppt/theme/theme1.xml><?xml version="1.0" encoding="utf-8"?>
<a:theme xmlns:a="http://schemas.openxmlformats.org/drawingml/2006/main" name="Class Deck">
  <a:themeElements>
    <a:clrScheme name="Class Deck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A6FA5"/>
      </a:accent1>
      <a:accent2>
        <a:srgbClr val="1F3A5F"/>
      </a:accent2>
      <a:accent3>
        <a:srgbClr val="DCE6F2"/>
      </a:accent3>
      <a:accent4>
        <a:srgbClr val="555555"/>
      </a:accent4>
      <a:accent5>
        <a:srgbClr val="4A6FA5"/>
      </a:accent5>
      <a:accent6>
        <a:srgbClr val="1F3A5F"/>
      </a:accent6>
      <a:hlink>
        <a:srgbClr val="1F3A5F"/>
      </a:hlink>
      <a:folHlink>
        <a:srgbClr val="555555"/>
      </a:folHlink>
    </a:clrScheme>
    <a:fontScheme name="Class De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443</Words>
  <Application>Microsoft Office PowerPoint</Application>
  <PresentationFormat>Widescreen</PresentationFormat>
  <Paragraphs>74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Class Deck</vt:lpstr>
      <vt:lpstr>Data Summarization and Distribution</vt:lpstr>
      <vt:lpstr>Introduction</vt:lpstr>
      <vt:lpstr>Objectives</vt:lpstr>
      <vt:lpstr>What is Data Summarization?</vt:lpstr>
      <vt:lpstr>Finding the Centre of Data</vt:lpstr>
      <vt:lpstr>Spread: How Different Are the Values?</vt:lpstr>
      <vt:lpstr>What is a Distribution?</vt:lpstr>
      <vt:lpstr>Types of Distribution</vt:lpstr>
      <vt:lpstr>Showing a Summary with Tables and Charts</vt:lpstr>
      <vt:lpstr>System Architecture: Data to Summary</vt:lpstr>
      <vt:lpstr>Applications in Real Life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Summarization and Distribution</dc:title>
  <dc:subject>PptxGenJS Presentation</dc:subject>
  <dc:creator>PptxGenJS</dc:creator>
  <cp:lastModifiedBy>Arshad shaik</cp:lastModifiedBy>
  <cp:revision>2</cp:revision>
  <dcterms:created xsi:type="dcterms:W3CDTF">2026-10-14T02:59:08Z</dcterms:created>
  <dcterms:modified xsi:type="dcterms:W3CDTF">2026-10-14T04:01:10Z</dcterms:modified>
</cp:coreProperties>
</file>